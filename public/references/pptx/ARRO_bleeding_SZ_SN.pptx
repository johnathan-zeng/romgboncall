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/>
    <p:restoredTop sz="94658"/>
  </p:normalViewPr>
  <p:slideViewPr>
    <p:cSldViewPr snapToGrid="0">
      <p:cViewPr varScale="1">
        <p:scale>
          <a:sx n="116" d="100"/>
          <a:sy n="116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E7794-3C1E-5D43-BFDB-7266B24973A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BC2BB-445A-AD4C-A5FA-41DF0C154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BC2BB-445A-AD4C-A5FA-41DF0C154F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4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7AED-CAE5-5A47-1BAD-5E4AC1192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CCC4F-23B9-F87D-544B-FE4EC0FED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E2486-B880-B258-4FC2-B27E1BFF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762F4-743B-1A2B-14F5-2FFDFDC2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4F19E-AF39-E3AC-8F85-8B847107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1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32A7-5EBE-D716-8C22-3596C637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28190-7296-D66D-C99E-C6B33C93F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2625F-3336-3F46-1CD3-EDD67E1B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A0552-DBDE-CE85-F5C1-08CBFA0A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E040F-3D09-A702-37AB-62A6EC33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5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ADA1-C555-6DDD-C3FF-56A2125C8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0D16C-A7C1-7CBE-1BBD-B8BCF4BD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5DBA8-F730-288E-91C3-70F26A63C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68151-9FD7-4B8E-9800-85589821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31AB-CEF2-23AE-B7FA-3F76F55A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8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4808-4F6F-586C-9843-4D52EE6A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E7910-54CB-D56B-AA84-C12E197BF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5A6A9-161A-00A7-8D16-1D56595E1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1C95F-B97B-24FF-43E2-D9DC3588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55098-9EA0-37A5-2012-A5EC84D0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C40B9-F7DA-6F38-C4F8-BDAFC9ED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8AA3-B657-383E-17BF-3B8A822D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D4A24-A3D5-C8FB-1024-3DAFD4CAB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59613-815C-4F79-188A-F39690D71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F8227F-DC4F-4821-184F-C81C415B1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2A47-C700-F1A6-C4B3-37E61DA15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2A85E-0DB9-F142-71E5-BA3540D5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71DD8-79DF-D992-AAB5-B3A028BA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74D5C-7384-5FF1-3C20-4EA05686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8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FD9D-1751-1A15-8E87-8BCEA1C9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C13A8-B8B4-062C-142E-A694F61E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3EA29-B69C-A043-D26F-E99EC305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36422-1B39-6FD7-FC8E-748D4956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4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F0A0AB-7440-99A3-673E-E58B873E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D391A-5C5F-8136-404D-7B1E66CF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57D89-84EA-7FF4-88F3-55752121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5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8D7C-259C-1D6C-6157-006795F0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22C41-6F76-A5F3-6A61-CCBA8BF8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581E4-11BC-7110-8C2E-1DCB8DB1E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505E1-8D72-7F53-ADF4-B08BA3E4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64B19-C641-DE13-3C7C-220B6B07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6972D-CE9F-14F4-2F17-7A3336A0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4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EAE7-AFFF-1B0D-19BC-407A72955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63D1B-7498-00A1-69CA-1CFF31BD4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ABDD2-8132-C016-5D09-69CB50ED7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6A4CA-48C5-D795-F64C-B8A4B0C7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0EB91-4AA5-808D-2DF2-E9BB6BFD0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6E37C-B4E9-7895-9532-EE3CAC150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7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89D5-7250-2CB6-D899-DE50B7E3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12978-CD3D-B9AB-EFAB-E67163696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194BF-F0E7-97E3-F3B4-14A9DBB84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982E4-E256-5524-6353-A16E82D2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69559-B42E-2C3F-DD52-400D732A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9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84B6D2-DB60-B074-FFD8-8A0139A8B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B4B20-0160-207E-3B46-F98310F0D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8A660-7A87-7782-0881-93BC37D8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70A5A-3C6E-9784-86B6-6045E974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35767-FF27-3047-5F67-61FFAC8C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1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50AB5-546C-725B-33FE-84471606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D95E9-02A7-A8DC-B8C4-86DCD6C45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BC5B-0586-0056-F25D-A1058D8D8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F31AA-51BE-8742-9E91-CDA99836A99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3CDD-37BB-9B50-37FD-3F9857586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44B0B-8792-0744-394F-79F2F7265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6AA0D-31AB-3C44-BF84-057427B29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64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atient's flow&#10;&#10;AI-generated content may be incorrect.">
            <a:extLst>
              <a:ext uri="{FF2B5EF4-FFF2-40B4-BE49-F238E27FC236}">
                <a16:creationId xmlns:a16="http://schemas.microsoft.com/office/drawing/2014/main" id="{92DF64A6-1450-64E3-9D2B-C14EA5160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93" y="1594282"/>
            <a:ext cx="7510631" cy="5263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BCF669-B80E-7FE0-66F6-88FDF392319E}"/>
              </a:ext>
            </a:extLst>
          </p:cNvPr>
          <p:cNvSpPr txBox="1"/>
          <p:nvPr/>
        </p:nvSpPr>
        <p:spPr>
          <a:xfrm>
            <a:off x="3225187" y="146910"/>
            <a:ext cx="574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Palliative Radiation for Tumor Bleeding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A4A02-DDAC-08D9-1660-ABA1FBCCB320}"/>
              </a:ext>
            </a:extLst>
          </p:cNvPr>
          <p:cNvSpPr txBox="1"/>
          <p:nvPr/>
        </p:nvSpPr>
        <p:spPr>
          <a:xfrm>
            <a:off x="7722992" y="855491"/>
            <a:ext cx="4327889" cy="59554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Triage: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Assess hemodynamic stability, CBC. Hospitalization for instability or continuous transfusion needs</a:t>
            </a:r>
          </a:p>
          <a:p>
            <a:pPr>
              <a:spcBef>
                <a:spcPts val="600"/>
              </a:spcBef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Workup: 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History with attention to comorbidities, anti-coagulation (AC), treatment history, recent interventions/surgeries. Lab work with CBC, CMP, coagulation panel. Focused clinical exam (e.g., rectal exam). Consider IR consult. </a:t>
            </a:r>
          </a:p>
          <a:p>
            <a:pPr>
              <a:spcBef>
                <a:spcPts val="600"/>
              </a:spcBef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Identify bleeding source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CT Angio, endoscopy (EGD, colonoscopy, bronchoscopy, cystoscopy, hysteroscopy)</a:t>
            </a:r>
          </a:p>
          <a:p>
            <a:pPr>
              <a:spcBef>
                <a:spcPts val="600"/>
              </a:spcBef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Management:</a:t>
            </a:r>
          </a:p>
          <a:p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Medical: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Transfusions &gt; fluids, correct coagulopathy, consider holding AC, consider tranexamic acid</a:t>
            </a:r>
          </a:p>
          <a:p>
            <a:pPr>
              <a:spcBef>
                <a:spcPts val="600"/>
              </a:spcBef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Local hemostasis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Dressings/packing and hemostatic agents for cutaneous, nasal, rectal, vaginal bleeding </a:t>
            </a:r>
          </a:p>
          <a:p>
            <a:pPr>
              <a:spcBef>
                <a:spcPts val="600"/>
              </a:spcBef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Non-Radiation Intervention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Endoscopic intervention, IR embolization, operative intervention in select cases</a:t>
            </a:r>
          </a:p>
          <a:p>
            <a:pPr>
              <a:spcBef>
                <a:spcPts val="600"/>
              </a:spcBef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Radiation treatment: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Consider plan to receive definitive therapy</a:t>
            </a:r>
          </a:p>
          <a:p>
            <a:endParaRPr lang="en-US" sz="3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Dose and fractionation)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Various recommendations by site. Consider 20 Gy in 5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fx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30 Gy in 10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fx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14 Gy in 4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fx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bid (Quad Shot), more limited evidence for 8 Gy in 1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fx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Expected response and durability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bleeding resolution may take up to a few weeks. Rebleeding ~30%, median time to rebleeding 5-8 months. </a:t>
            </a:r>
          </a:p>
          <a:p>
            <a:pPr>
              <a:spcBef>
                <a:spcPts val="600"/>
              </a:spcBef>
            </a:pPr>
            <a:r>
              <a:rPr lang="en-US" sz="1300" u="sng" dirty="0">
                <a:latin typeface="Arial" panose="020B0604020202020204" pitchFamily="34" charset="0"/>
                <a:cs typeface="Arial" panose="020B0604020202020204" pitchFamily="34" charset="0"/>
              </a:rPr>
              <a:t>Follow-up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monitor CBC, transfusion requirements. </a:t>
            </a:r>
            <a:endParaRPr lang="en-US" sz="13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C296BA-1DE2-31AE-9A42-9AF42C3B8DA6}"/>
              </a:ext>
            </a:extLst>
          </p:cNvPr>
          <p:cNvSpPr txBox="1"/>
          <p:nvPr/>
        </p:nvSpPr>
        <p:spPr>
          <a:xfrm>
            <a:off x="8748274" y="146910"/>
            <a:ext cx="2549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Zhao S, Neibart SS, Turner, BE.. Radiation Oncology On-Call Handbook: Palliative Radiation 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for Tumor Bleeding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. Association of Residents in Radiation Oncology. September 15</a:t>
            </a:r>
            <a:r>
              <a:rPr lang="en-U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,  2025.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7454711D-013B-D818-09F9-F8ACC6E902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78" t="23029" r="2627" b="26419"/>
          <a:stretch>
            <a:fillRect/>
          </a:stretch>
        </p:blipFill>
        <p:spPr>
          <a:xfrm>
            <a:off x="141119" y="92734"/>
            <a:ext cx="2947256" cy="8878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3D4397A-F2B4-4579-D8B9-2EDA9AF8DA39}"/>
              </a:ext>
            </a:extLst>
          </p:cNvPr>
          <p:cNvSpPr txBox="1"/>
          <p:nvPr/>
        </p:nvSpPr>
        <p:spPr>
          <a:xfrm>
            <a:off x="141119" y="855491"/>
            <a:ext cx="7442395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Chief complaint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Epistaxis, hemoptysis, hematemesis, melena, hematochezia, hematuria, vaginal, cutaneous bleeding or unexplained anemia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56BEE3-4542-1BB0-B88C-00BE6764066D}"/>
              </a:ext>
            </a:extLst>
          </p:cNvPr>
          <p:cNvSpPr/>
          <p:nvPr/>
        </p:nvSpPr>
        <p:spPr>
          <a:xfrm>
            <a:off x="141119" y="1492945"/>
            <a:ext cx="7442395" cy="53180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grey symbol with a microscope and a red and black sign&#10;&#10;AI-generated content may be incorrect.">
            <a:extLst>
              <a:ext uri="{FF2B5EF4-FFF2-40B4-BE49-F238E27FC236}">
                <a16:creationId xmlns:a16="http://schemas.microsoft.com/office/drawing/2014/main" id="{18A7E6E5-BC5E-73FE-4A4C-98273FD532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8800" y="-89519"/>
            <a:ext cx="980546" cy="98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72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274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Zhao, Stephanie</dc:creator>
  <cp:lastModifiedBy>Neibart, Shane S.,MD, MS</cp:lastModifiedBy>
  <cp:revision>11</cp:revision>
  <dcterms:created xsi:type="dcterms:W3CDTF">2025-09-07T19:48:56Z</dcterms:created>
  <dcterms:modified xsi:type="dcterms:W3CDTF">2025-09-16T13:04:34Z</dcterms:modified>
</cp:coreProperties>
</file>